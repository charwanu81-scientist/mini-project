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Math Toolkit Library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Mini Project Presentation</a:t>
            </a:r>
          </a:p>
          <a:p>
            <a:r>
              <a:t>Using C++ Function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Math Toolkit Library is a C++ mini project.</a:t>
            </a:r>
          </a:p>
          <a:p>
            <a:r>
              <a:t>• It performs mathematical operations like factorial, power, prime check, digit sum and swap.</a:t>
            </a:r>
          </a:p>
          <a:p>
            <a:r>
              <a:t>• The main goal is to understand function concepts in C++.</a:t>
            </a:r>
          </a:p>
          <a:p>
            <a:r>
              <a:t>• The program is menu-driven and user interactive.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Declaration &amp;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Function Declaration tells the compiler about the function name, return type and parameters.</a:t>
            </a:r>
          </a:p>
          <a:p>
            <a:r>
              <a:t>• It is written before the main() function.</a:t>
            </a:r>
          </a:p>
          <a:p/>
          <a:p>
            <a:r>
              <a:t>• Function Definition contains the actual body of the function.</a:t>
            </a:r>
          </a:p>
          <a:p>
            <a:r>
              <a:t>• It defines what the function does.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Macro is defined using #define.</a:t>
            </a:r>
          </a:p>
          <a:p>
            <a:r>
              <a:t>• It replaces the value before compilation.</a:t>
            </a:r>
          </a:p>
          <a:p>
            <a:r>
              <a:t>• Example: #define PI 3.14</a:t>
            </a:r>
          </a:p>
          <a:p>
            <a:r>
              <a:t>• It does not use data types and is faster but less safe than functions.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Inline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Inline function is defined using the 'inline' keyword.</a:t>
            </a:r>
          </a:p>
          <a:p>
            <a:r>
              <a:t>• Used for small functions.</a:t>
            </a:r>
          </a:p>
          <a:p>
            <a:r>
              <a:t>• It reduces function call overhead.</a:t>
            </a:r>
          </a:p>
          <a:p>
            <a:r>
              <a:t>• Example: inline int square(int 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 by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copy of the variable is passed to the function.</a:t>
            </a:r>
          </a:p>
          <a:p>
            <a:r>
              <a:t>• Changes inside the function do not affect the original value.</a:t>
            </a:r>
          </a:p>
          <a:p>
            <a:r>
              <a:t>• Example: digitSum(int n)</a:t>
            </a:r>
          </a:p>
          <a:p>
            <a:r>
              <a:t>• Safer but does not modify original variable.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Default Argument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Default arguments are assigned in the function declaration.</a:t>
            </a:r>
          </a:p>
          <a:p>
            <a:r>
              <a:t>• If user does not provide a value, default value is used.</a:t>
            </a:r>
          </a:p>
          <a:p>
            <a:r>
              <a:t>• Example: int power(int base, int exp = 2);</a:t>
            </a:r>
          </a:p>
          <a:p>
            <a:r>
              <a:t>• Makes function flexible and reusable.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Listening!</a:t>
            </a:r>
          </a:p>
          <a:p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