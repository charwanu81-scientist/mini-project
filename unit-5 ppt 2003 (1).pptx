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5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5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9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0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4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3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2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8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6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91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5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0854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86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0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9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B84C-1C93-D136-3D42-A9FD31DA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1032387"/>
            <a:ext cx="5836435" cy="1995948"/>
          </a:xfrm>
        </p:spPr>
        <p:txBody>
          <a:bodyPr/>
          <a:lstStyle/>
          <a:p>
            <a:r>
              <a:rPr lang="en-US" dirty="0"/>
              <a:t>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64F4A-7F81-FEA7-AA54-C95DED53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6" y="4746474"/>
            <a:ext cx="6347714" cy="3880773"/>
          </a:xfrm>
        </p:spPr>
        <p:txBody>
          <a:bodyPr/>
          <a:lstStyle/>
          <a:p>
            <a:r>
              <a:rPr lang="en-US" dirty="0"/>
              <a:t>NAME:CHARWAN.U</a:t>
            </a:r>
          </a:p>
          <a:p>
            <a:r>
              <a:rPr lang="en-US" dirty="0"/>
              <a:t>ROLL: 92500122003</a:t>
            </a:r>
          </a:p>
          <a:p>
            <a:r>
              <a:rPr lang="en-US" dirty="0"/>
              <a:t>DIV: 2EI1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48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 allows one class to use properties and methods of another class.</a:t>
            </a:r>
          </a:p>
          <a:p>
            <a:r>
              <a:t>Promotes code reuse and hierarchy.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Inheritance?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reusability</a:t>
            </a:r>
          </a:p>
          <a:p>
            <a:r>
              <a:t>Reduces redundancy</a:t>
            </a:r>
          </a:p>
          <a:p>
            <a:r>
              <a:t>Improves maintainability</a:t>
            </a:r>
          </a:p>
          <a:p>
            <a:r>
              <a:t>Represents real-world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</a:t>
            </a:r>
          </a:p>
          <a:p>
            <a:r>
              <a:t>Multiple</a:t>
            </a:r>
          </a:p>
          <a:p>
            <a:r>
              <a:t>Multilevel</a:t>
            </a:r>
          </a:p>
          <a:p>
            <a:r>
              <a:t>Hierarchical</a:t>
            </a:r>
          </a:p>
          <a:p>
            <a:r>
              <a:t>Hybrid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&amp; 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Single: One base → One derived</a:t>
            </a:r>
          </a:p>
          <a:p>
            <a:r>
              <a:t>Multiple: Multiple base → One derived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Multilevel &amp; Hierarchical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Multilevel: A → B → C</a:t>
            </a:r>
          </a:p>
          <a:p>
            <a:r>
              <a:t>Hierarchical: One base → many derived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and Derived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class: Parent class</a:t>
            </a:r>
          </a:p>
          <a:p>
            <a:r>
              <a:t>Derived class: Child class</a:t>
            </a:r>
          </a:p>
          <a:p>
            <a:r>
              <a:t>Derived inherits properties and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 Invocation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class constructor executes first</a:t>
            </a:r>
          </a:p>
          <a:p>
            <a:r>
              <a:t>Then derived class constructor</a:t>
            </a:r>
          </a:p>
          <a:p>
            <a:r>
              <a:t>Order is automatic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class redefines base class function</a:t>
            </a:r>
          </a:p>
          <a:p>
            <a:r>
              <a:t>Same function name</a:t>
            </a:r>
          </a:p>
          <a:p>
            <a:r>
              <a:t>Used for runtime polymorphism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inside class</a:t>
            </a:r>
          </a:p>
          <a:p>
            <a:r>
              <a:t>Can be inherited or overridden</a:t>
            </a:r>
          </a:p>
          <a:p>
            <a:r>
              <a:t>Used to define class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vs Private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Public: base members remain public</a:t>
            </a:r>
          </a:p>
          <a:p>
            <a:r>
              <a:t>Private: base members become private</a:t>
            </a:r>
          </a:p>
          <a:p>
            <a:r>
              <a:t>Public is most commonly 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175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INHERITANCE</vt:lpstr>
      <vt:lpstr>Introduction to Inheritance</vt:lpstr>
      <vt:lpstr>Why Use Inheritance?</vt:lpstr>
      <vt:lpstr>Types of Inheritance</vt:lpstr>
      <vt:lpstr>Single &amp; Multiple Inheritance</vt:lpstr>
      <vt:lpstr>Multilevel &amp; Hierarchical</vt:lpstr>
      <vt:lpstr>Base and Derived Classes</vt:lpstr>
      <vt:lpstr>Constructor Invocation Rules</vt:lpstr>
      <vt:lpstr>Function Overriding</vt:lpstr>
      <vt:lpstr>Member Functions</vt:lpstr>
      <vt:lpstr>Public vs Private Inheritance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arrshadh pathan</cp:lastModifiedBy>
  <cp:revision>2</cp:revision>
  <dcterms:created xsi:type="dcterms:W3CDTF">2013-01-27T09:14:16Z</dcterms:created>
  <dcterms:modified xsi:type="dcterms:W3CDTF">2026-04-06T18:03:44Z</dcterms:modified>
  <cp:category/>
</cp:coreProperties>
</file>