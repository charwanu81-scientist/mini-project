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2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190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6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62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85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07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72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83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363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35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5169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55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46917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07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939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99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66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618" y="1270000"/>
            <a:ext cx="6347713" cy="1320800"/>
          </a:xfrm>
        </p:spPr>
        <p:txBody>
          <a:bodyPr/>
          <a:lstStyle/>
          <a:p>
            <a:r>
              <a:rPr dirty="0"/>
              <a:t>Polymorphism and Virtual</a:t>
            </a:r>
            <a:br>
              <a:rPr lang="en-US" dirty="0"/>
            </a:br>
            <a:r>
              <a:rPr lang="en-IN" dirty="0"/>
              <a:t>            </a:t>
            </a:r>
            <a:r>
              <a:rPr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4667816"/>
            <a:ext cx="6347714" cy="388077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NAME:CHARWAN.U</a:t>
            </a:r>
          </a:p>
          <a:p>
            <a:pPr marL="0" indent="0">
              <a:buNone/>
            </a:pPr>
            <a:r>
              <a:rPr lang="en-US" dirty="0"/>
              <a:t>ROLL:92500122003</a:t>
            </a:r>
          </a:p>
          <a:p>
            <a:pPr marL="0" indent="0">
              <a:buNone/>
            </a:pPr>
            <a:r>
              <a:rPr lang="en-US" dirty="0"/>
              <a:t>DIV:2EI1</a:t>
            </a:r>
            <a:endParaRPr dirty="0"/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of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Polymorphism means 'many forms'.</a:t>
            </a:r>
          </a:p>
          <a:p>
            <a:r>
              <a:t>It allows objects to be treated as instances of their parent class.</a:t>
            </a:r>
          </a:p>
          <a:p>
            <a:r>
              <a:t>Improves flexibility and reusability of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Compile-time Polymorphism</a:t>
            </a:r>
          </a:p>
          <a:p>
            <a:r>
              <a:t>2. Run-time Polymorphism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Compile-time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Also known as Static Binding.</a:t>
            </a:r>
          </a:p>
          <a:p>
            <a:r>
              <a:t>Achieved using Function Overloading and Operator Overloading.</a:t>
            </a:r>
          </a:p>
          <a:p>
            <a:r>
              <a:t>Decided at compile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Run-time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Also known as Dynamic Binding.</a:t>
            </a:r>
          </a:p>
          <a:p>
            <a:r>
              <a:t>Achieved using Virtual Functions.</a:t>
            </a:r>
          </a:p>
          <a:p>
            <a:r>
              <a:t>Decided at runtime using pointers or references.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virtual function is a member function declared using 'virtual' keyword.</a:t>
            </a:r>
          </a:p>
          <a:p>
            <a:r>
              <a:t>It can be overridden in derived classes.</a:t>
            </a:r>
          </a:p>
          <a:p>
            <a:r>
              <a:t>Supports runtime polymorphism.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Pure Virtual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Declared using =0 in base class.</a:t>
            </a:r>
          </a:p>
          <a:p>
            <a:r>
              <a:t>Example: virtual void display() = 0;</a:t>
            </a:r>
          </a:p>
          <a:p>
            <a:r>
              <a:t>Makes the class abstract.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class containing at least one pure virtual function.</a:t>
            </a:r>
          </a:p>
          <a:p>
            <a:r>
              <a:t>Cannot be instantiated.</a:t>
            </a:r>
          </a:p>
          <a:p>
            <a:r>
              <a:t>Used as base class.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Ensures proper deletion of derived class objects.</a:t>
            </a:r>
          </a:p>
          <a:p>
            <a:r>
              <a:t>Declared using 'virtual' keyword.</a:t>
            </a:r>
          </a:p>
          <a:p>
            <a:r>
              <a:t>Important when using base class pointer.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Pointer to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access objects dynamically.</a:t>
            </a:r>
          </a:p>
          <a:p>
            <a:r>
              <a:t>Base class pointer can point to derived class object.</a:t>
            </a:r>
          </a:p>
          <a:p>
            <a:r>
              <a:t>Supports runtime polymorphism.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5A816-AF72-463D-FEE3-F8A307E38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5379" y="1930400"/>
            <a:ext cx="6347713" cy="13208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56479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219</Words>
  <Application>Microsoft Office PowerPoint</Application>
  <PresentationFormat>On-screen Show (4:3)</PresentationFormat>
  <Paragraphs>40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Polymorphism and Virtual              Functions</vt:lpstr>
      <vt:lpstr>Concept of Polymorphism</vt:lpstr>
      <vt:lpstr>Types of Polymorphism</vt:lpstr>
      <vt:lpstr>Compile-time Polymorphism</vt:lpstr>
      <vt:lpstr>Run-time Polymorphism</vt:lpstr>
      <vt:lpstr>Virtual Functions</vt:lpstr>
      <vt:lpstr>Pure Virtual Functions</vt:lpstr>
      <vt:lpstr>Abstract Classes</vt:lpstr>
      <vt:lpstr>Virtual Destructor</vt:lpstr>
      <vt:lpstr>Pointer to Object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arrshadh pathan</cp:lastModifiedBy>
  <cp:revision>3</cp:revision>
  <dcterms:created xsi:type="dcterms:W3CDTF">2013-01-27T09:14:16Z</dcterms:created>
  <dcterms:modified xsi:type="dcterms:W3CDTF">2026-04-06T18:33:00Z</dcterms:modified>
  <cp:category/>
</cp:coreProperties>
</file>