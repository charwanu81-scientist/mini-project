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0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62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9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5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353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0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3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5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1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4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5970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2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7755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939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69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5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741" y="1052051"/>
            <a:ext cx="6347713" cy="1320800"/>
          </a:xfrm>
        </p:spPr>
        <p:txBody>
          <a:bodyPr/>
          <a:lstStyle/>
          <a:p>
            <a:r>
              <a:rPr dirty="0"/>
              <a:t>Files and Streams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631" y="4308013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NAME:CHARWAN.U</a:t>
            </a:r>
          </a:p>
          <a:p>
            <a:pPr marL="0" indent="0">
              <a:buNone/>
            </a:pPr>
            <a:r>
              <a:rPr lang="en-US" dirty="0"/>
              <a:t>ROLL:92500122003</a:t>
            </a:r>
          </a:p>
          <a:p>
            <a:pPr marL="0" indent="0">
              <a:buNone/>
            </a:pPr>
            <a:r>
              <a:rPr lang="en-US" dirty="0"/>
              <a:t>DIV:2EI1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File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handling allows storing data permanently.</a:t>
            </a:r>
          </a:p>
          <a:p>
            <a:r>
              <a:t>Used to read/write data from files.</a:t>
            </a:r>
          </a:p>
          <a:p>
            <a:r>
              <a:t>Helps in data persistence beyond program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 is a flow of data.</a:t>
            </a:r>
          </a:p>
          <a:p>
            <a:r>
              <a:t>Input Stream: ifstream</a:t>
            </a:r>
          </a:p>
          <a:p>
            <a:r>
              <a:t>Output Stream: ofstream</a:t>
            </a:r>
          </a:p>
          <a:p>
            <a:r>
              <a:t>Input/Output Stream: fstream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ifstream (Input File Stream)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read data from files.</a:t>
            </a:r>
          </a:p>
          <a:p>
            <a:r>
              <a:t>Example:</a:t>
            </a:r>
          </a:p>
          <a:p>
            <a:r>
              <a:t>ifstream fin("file.txt");</a:t>
            </a:r>
          </a:p>
          <a:p>
            <a:r>
              <a:t>fin &gt;&gt; data;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ofstream (Output File Stream)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write data to files.</a:t>
            </a:r>
          </a:p>
          <a:p>
            <a:r>
              <a:t>Example:</a:t>
            </a:r>
          </a:p>
          <a:p>
            <a:r>
              <a:t>ofstream fout("file.txt");</a:t>
            </a:r>
          </a:p>
          <a:p>
            <a:r>
              <a:t>fout &lt;&lt; data;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fstream (File Stream)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both reading and writing.</a:t>
            </a:r>
          </a:p>
          <a:p>
            <a:r>
              <a:t>Example:</a:t>
            </a:r>
          </a:p>
          <a:p>
            <a:r>
              <a:t>fstream file("file.txt", ios::in | ios::out);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ios::in → Read mode</a:t>
            </a:r>
          </a:p>
          <a:p>
            <a:r>
              <a:t>ios::out → Write mode</a:t>
            </a:r>
          </a:p>
          <a:p>
            <a:r>
              <a:t>ios::app → Append mode</a:t>
            </a:r>
          </a:p>
          <a:p>
            <a:r>
              <a:t>ios::binary → Binary mode</a:t>
            </a:r>
          </a:p>
          <a:p>
            <a:r>
              <a:t>ios::trunc → Clear file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and Writing Text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&gt;&gt; and &lt;&lt; operators.</a:t>
            </a:r>
          </a:p>
          <a:p>
            <a:r>
              <a:t>getline() for full line reading.</a:t>
            </a:r>
          </a:p>
          <a:p>
            <a:r>
              <a:t>Example:</a:t>
            </a:r>
          </a:p>
          <a:p>
            <a:r>
              <a:t>getline(fin, str);</a:t>
            </a:r>
          </a:p>
          <a:p>
            <a:r>
              <a:t>fout &lt;&lt; str;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Objects to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binary files.</a:t>
            </a:r>
          </a:p>
          <a:p>
            <a:r>
              <a:t>Use write() and read() functions.</a:t>
            </a:r>
          </a:p>
          <a:p>
            <a:r>
              <a:t>Example:</a:t>
            </a:r>
          </a:p>
          <a:p>
            <a:r>
              <a:t>file.write((char*)&amp;obj, sizeof(obj));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File System -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new product</a:t>
            </a:r>
          </a:p>
          <a:p>
            <a:r>
              <a:t>2. View all products</a:t>
            </a:r>
          </a:p>
          <a:p>
            <a:r>
              <a:t>3. Update product details</a:t>
            </a:r>
          </a:p>
          <a:p>
            <a:r>
              <a:t>4. Store data in 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 handling is essential for real-world applications.</a:t>
            </a:r>
          </a:p>
          <a:p>
            <a:r>
              <a:t>Streams make file operations easy.</a:t>
            </a:r>
          </a:p>
          <a:p>
            <a:r>
              <a:t>Practice mini projects for better understanding.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292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Files and Streams in C++</vt:lpstr>
      <vt:lpstr>Introduction to File Handling</vt:lpstr>
      <vt:lpstr>Streams in C++</vt:lpstr>
      <vt:lpstr>ifstream (Input File Stream)</vt:lpstr>
      <vt:lpstr>ofstream (Output File Stream)</vt:lpstr>
      <vt:lpstr>fstream (File Stream)</vt:lpstr>
      <vt:lpstr>File Modes</vt:lpstr>
      <vt:lpstr>Reading and Writing Text Files</vt:lpstr>
      <vt:lpstr>Writing Objects to Files</vt:lpstr>
      <vt:lpstr>Inventory File System - Features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arrshadh pathan</cp:lastModifiedBy>
  <cp:revision>2</cp:revision>
  <dcterms:created xsi:type="dcterms:W3CDTF">2013-01-27T09:14:16Z</dcterms:created>
  <dcterms:modified xsi:type="dcterms:W3CDTF">2026-04-06T18:55:50Z</dcterms:modified>
  <cp:category/>
</cp:coreProperties>
</file>