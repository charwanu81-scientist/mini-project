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342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518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631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943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834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493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201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38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857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090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398162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4610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78616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6217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3233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563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256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NAME:CHARWAN</a:t>
            </a:r>
          </a:p>
          <a:p>
            <a:r>
              <a:rPr lang="en-US" dirty="0"/>
              <a:t>ROLL:925001222003</a:t>
            </a:r>
          </a:p>
          <a:p>
            <a:r>
              <a:rPr lang="en-US" dirty="0"/>
              <a:t>DIV:2EI1</a:t>
            </a:r>
            <a:endParaRPr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D111809-1DA0-1464-1F94-B5AFB325F4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085" y="1630543"/>
            <a:ext cx="5826719" cy="1646302"/>
          </a:xfrm>
        </p:spPr>
        <p:txBody>
          <a:bodyPr/>
          <a:lstStyle/>
          <a:p>
            <a:pPr algn="ctr"/>
            <a:r>
              <a:rPr lang="en-US" sz="4000" dirty="0"/>
              <a:t>TEMPLATES AND EXCEPTION HANDLING</a:t>
            </a:r>
            <a:endParaRPr lang="en-IN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Templates allow generic programming.</a:t>
            </a:r>
          </a:p>
          <a:p>
            <a:r>
              <a:t>Exception handling manages runtime errors safely.</a:t>
            </a:r>
          </a:p>
          <a:p>
            <a:r>
              <a:t>Both features improve code reusability and reliability.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 Templates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Function templates allow writing a single function for different data types.</a:t>
            </a:r>
          </a:p>
          <a:p>
            <a:r>
              <a:t>Example: swap(), add(), find max.</a:t>
            </a:r>
          </a:p>
          <a:p>
            <a:r>
              <a:t>Compiler generates functions for required types.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of Function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template &lt;class T&gt;</a:t>
            </a:r>
          </a:p>
          <a:p>
            <a:r>
              <a:t>T add(T a, T b){</a:t>
            </a:r>
          </a:p>
          <a:p>
            <a:r>
              <a:t>   return a + b;</a:t>
            </a:r>
          </a:p>
          <a:p>
            <a:r>
              <a:t>}</a:t>
            </a:r>
          </a:p>
          <a:p>
            <a:r>
              <a:t>Used for int, float, double etc.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 Templates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 templates allow creating generic classes.</a:t>
            </a:r>
          </a:p>
          <a:p>
            <a:r>
              <a:t>Used when class logic is same but data types differ.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of Class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template &lt;class T&gt;</a:t>
            </a:r>
          </a:p>
          <a:p>
            <a:r>
              <a:t>class Test{</a:t>
            </a:r>
          </a:p>
          <a:p>
            <a:r>
              <a:t>   T data;</a:t>
            </a:r>
          </a:p>
          <a:p>
            <a:r>
              <a:t>public:</a:t>
            </a:r>
          </a:p>
          <a:p>
            <a:r>
              <a:t>   void set(T a){ data = a; }</a:t>
            </a:r>
          </a:p>
          <a:p>
            <a:r>
              <a:t>};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Standard Template Library (STL)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STL is a library of generic classes and functions.</a:t>
            </a:r>
          </a:p>
          <a:p>
            <a:r>
              <a:t>Provides containers, algorithms, and iterators.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Components of STL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Containers (vector, list, map)</a:t>
            </a:r>
          </a:p>
          <a:p>
            <a:r>
              <a:t>2. Algorithms (sort, search)</a:t>
            </a:r>
          </a:p>
          <a:p>
            <a:r>
              <a:t>3. Iterators (connect containers and algorithms)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Exception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Exception handling manages runtime errors.</a:t>
            </a:r>
          </a:p>
          <a:p>
            <a:r>
              <a:t>Uses try, catch and throw keywords.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try-catch-throw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try: block of code that may cause error</a:t>
            </a:r>
          </a:p>
          <a:p>
            <a:r>
              <a:t>throw: generates an exception</a:t>
            </a:r>
          </a:p>
          <a:p>
            <a:r>
              <a:t>catch: handles the exception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Multiple Catch Blocks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try block can have multiple catch blocks.</a:t>
            </a:r>
          </a:p>
          <a:p>
            <a:r>
              <a:t>Each catch handles different types of exceptions.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Exception Propagation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 exception is not handled in a function,</a:t>
            </a:r>
          </a:p>
          <a:p>
            <a:r>
              <a:t>it is passed to the calling function.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Standard Exceptions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C++ provides built-in exceptions like:</a:t>
            </a:r>
          </a:p>
          <a:p>
            <a:r>
              <a:t>std::exception</a:t>
            </a:r>
          </a:p>
          <a:p>
            <a:r>
              <a:t>std::bad_alloc</a:t>
            </a:r>
          </a:p>
          <a:p>
            <a:r>
              <a:t>std::out_of_range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Improves program reliability</a:t>
            </a:r>
          </a:p>
          <a:p>
            <a:r>
              <a:t>Reusable code</a:t>
            </a:r>
          </a:p>
          <a:p>
            <a:r>
              <a:t>Better error handling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Templates support generic programming.</a:t>
            </a:r>
          </a:p>
          <a:p>
            <a:r>
              <a:t>Exception handling prevents program crashes.</a:t>
            </a:r>
          </a:p>
          <a:p>
            <a:r>
              <a:t>Together they make C++ powerful and flexible.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</TotalTime>
  <Words>333</Words>
  <Application>Microsoft Office PowerPoint</Application>
  <PresentationFormat>On-screen Show (4:3)</PresentationFormat>
  <Paragraphs>61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Trebuchet MS</vt:lpstr>
      <vt:lpstr>Wingdings 3</vt:lpstr>
      <vt:lpstr>Facet</vt:lpstr>
      <vt:lpstr>TEMPLATES AND EXCEPTION HANDLING</vt:lpstr>
      <vt:lpstr>Introduction</vt:lpstr>
      <vt:lpstr>Function Templates</vt:lpstr>
      <vt:lpstr>Example of Function Template</vt:lpstr>
      <vt:lpstr>Class Templates</vt:lpstr>
      <vt:lpstr>Example of Class Template</vt:lpstr>
      <vt:lpstr>Standard Template Library (STL)</vt:lpstr>
      <vt:lpstr>Components of STL</vt:lpstr>
      <vt:lpstr>Exception Handling</vt:lpstr>
      <vt:lpstr>try-catch-throw Mechanism</vt:lpstr>
      <vt:lpstr>Multiple Catch Blocks</vt:lpstr>
      <vt:lpstr>Exception Propagation</vt:lpstr>
      <vt:lpstr>Standard Exceptions</vt:lpstr>
      <vt:lpstr>Advantages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arrshadh pathan</cp:lastModifiedBy>
  <cp:revision>3</cp:revision>
  <dcterms:created xsi:type="dcterms:W3CDTF">2013-01-27T09:14:16Z</dcterms:created>
  <dcterms:modified xsi:type="dcterms:W3CDTF">2026-04-06T19:18:53Z</dcterms:modified>
  <cp:category/>
</cp:coreProperties>
</file>