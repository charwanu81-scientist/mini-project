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Profile Manager (Mini Task)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mini project is created using C++ Object Oriented Programming concepts.</a:t>
            </a:r>
          </a:p>
          <a:p>
            <a:r>
              <a:t>It stores student details, calculates percentage, and allows searching using roll number.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Modifiers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 modifiers control how class members can be accessed.</a:t>
            </a:r>
          </a:p>
          <a:p>
            <a:r>
              <a:t>The main access modifiers are private and public.</a:t>
            </a:r>
          </a:p>
          <a:p>
            <a:r>
              <a:t>They help protect data and implement encapsulation.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Access Modifier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members can only be accessed inside the class.</a:t>
            </a:r>
          </a:p>
          <a:p>
            <a:r>
              <a:t>They cannot be accessed directly from outside the class.</a:t>
            </a:r>
          </a:p>
          <a:p>
            <a:r>
              <a:t>This protects important data from accidental modification.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Access Modifier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members can be accessed from outside the class.</a:t>
            </a:r>
          </a:p>
          <a:p>
            <a:r>
              <a:t>They are used to interact with objects of the class.</a:t>
            </a:r>
          </a:p>
          <a:p>
            <a:r>
              <a:t>Functions like input() and display() are usually public.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constructor is a special function that initializes objects.</a:t>
            </a:r>
          </a:p>
          <a:p>
            <a:r>
              <a:t>It has the same name as the class and runs automatically.</a:t>
            </a:r>
          </a:p>
          <a:p>
            <a:r>
              <a:t>Constructors help set default values for class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destructor is a special function used to destroy objects.</a:t>
            </a:r>
          </a:p>
          <a:p>
            <a:r>
              <a:t>It runs automatically when an object goes out of scope.</a:t>
            </a:r>
          </a:p>
          <a:p>
            <a:r>
              <a:t>Destructors help release resources used by the object.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scope means variables declared inside a class.</a:t>
            </a:r>
          </a:p>
          <a:p>
            <a:r>
              <a:t>These variables belong to the class and its objects.</a:t>
            </a:r>
          </a:p>
          <a:p>
            <a:r>
              <a:t>They are accessed using member functions of the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program demonstrates basic OOP concepts in C++.</a:t>
            </a:r>
          </a:p>
          <a:p>
            <a:r>
              <a:t>Using classes makes programs organized and reusable.</a:t>
            </a:r>
          </a:p>
          <a:p>
            <a:r>
              <a:t>The Student Profile Manager is a simple example of data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