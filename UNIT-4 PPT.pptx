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 Overloading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 Task: 2D Geometry Toolkit</a:t>
            </a:r>
          </a:p>
          <a:p>
            <a:r>
              <a:t>Name:</a:t>
            </a:r>
          </a:p>
          <a:p>
            <a:r>
              <a:t>Subject:</a:t>
            </a:r>
          </a:p>
          <a:p>
            <a:r>
              <a:t>Date: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Operator overloading allows C++ operators to work with user-defined objects. It improves readability and allows objects to behave like built‑in data types.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Operator Overloading?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is a compile‑time polymorphism feature in C++. Operators such as +, -, ++ can be given special meanings when used with objects.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of Operator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readability of code</a:t>
            </a:r>
          </a:p>
          <a:p>
            <a:r>
              <a:t>• Makes programs shorter</a:t>
            </a:r>
          </a:p>
          <a:p>
            <a:r>
              <a:t>• Allows mathematical operations on objects</a:t>
            </a:r>
          </a:p>
          <a:p>
            <a:r>
              <a:t>• Makes object manipulation easier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Unary Operators (operate on one operand)</a:t>
            </a:r>
          </a:p>
          <a:p>
            <a:r>
              <a:t>Examples: ++, --</a:t>
            </a:r>
          </a:p>
          <a:p/>
          <a:p>
            <a:r>
              <a:t>2. Binary Operators (operate on two operands)</a:t>
            </a:r>
          </a:p>
          <a:p>
            <a:r>
              <a:t>Examples: +, -, *, 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Unary Operator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Unary operators work on a single operand.</a:t>
            </a:r>
          </a:p>
          <a:p>
            <a:r>
              <a:t>Example in this project: ++Point</a:t>
            </a:r>
          </a:p>
          <a:p>
            <a:r>
              <a:t>It increments the x and y coordinates of the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Operator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 operators work on two operands.</a:t>
            </a:r>
          </a:p>
          <a:p>
            <a:r>
              <a:t>Example: P3 = P1 + P2</a:t>
            </a:r>
          </a:p>
          <a:p>
            <a:r>
              <a:t>Adds coordinates of two 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conversion means converting one data type into another.</a:t>
            </a:r>
          </a:p>
          <a:p>
            <a:r>
              <a:t>Implicit Conversion – done automatically by compiler</a:t>
            </a:r>
          </a:p>
          <a:p>
            <a:r>
              <a:t>Explicit Conversion – done manually using casting.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Task: 2D Geometry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operator overloading using 2D points.</a:t>
            </a:r>
          </a:p>
          <a:p>
            <a:r>
              <a:t>Users can input points and perform operations like addition, subtraction and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Class: Point</a:t>
            </a:r>
          </a:p>
          <a:p>
            <a:r>
              <a:t>Private Members: x, y</a:t>
            </a:r>
          </a:p>
          <a:p>
            <a:r>
              <a:t>Public Functions:</a:t>
            </a:r>
          </a:p>
          <a:p>
            <a:r>
              <a:t>input(), display(), operator+, operator-, operator++, operator==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two points</a:t>
            </a:r>
          </a:p>
          <a:p>
            <a:r>
              <a:t>• Subtract two points</a:t>
            </a:r>
          </a:p>
          <a:p>
            <a:r>
              <a:t>• Increment a point</a:t>
            </a:r>
          </a:p>
          <a:p>
            <a:r>
              <a:t>• Compare two points</a:t>
            </a:r>
          </a:p>
          <a:p>
            <a:r>
              <a:t>• Display coordinates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Point1 = (3,4)</a:t>
            </a:r>
          </a:p>
          <a:p>
            <a:r>
              <a:t>Point2 = (2,1)</a:t>
            </a:r>
          </a:p>
          <a:p>
            <a:r>
              <a:t>Addition Result = (5,5)</a:t>
            </a:r>
          </a:p>
          <a:p>
            <a:r>
              <a:t>Subtraction Result = (1,3)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to read code</a:t>
            </a:r>
          </a:p>
          <a:p>
            <a:r>
              <a:t>• Supports Object Oriented Programming</a:t>
            </a:r>
          </a:p>
          <a:p>
            <a:r>
              <a:t>• Allows objects to behave like numbers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Graphics programming</a:t>
            </a:r>
          </a:p>
          <a:p>
            <a:r>
              <a:t>• Game development</a:t>
            </a:r>
          </a:p>
          <a:p>
            <a:r>
              <a:t>• Mathematical libraries</a:t>
            </a:r>
          </a:p>
          <a:p>
            <a:r>
              <a:t>• Geometry calculations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Operator overloading is a powerful feature of C++.</a:t>
            </a:r>
          </a:p>
          <a:p>
            <a:r>
              <a:t>The 2D Geometry Toolkit shows how operators can be applied to objects for geometric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