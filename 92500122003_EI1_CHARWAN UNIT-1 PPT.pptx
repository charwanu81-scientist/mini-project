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OO</a:t>
            </a:r>
            <a:r>
              <a:rPr lang="en-US"/>
              <a:t>DP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C++ Basics</a:t>
            </a:r>
            <a:endParaRPr/>
          </a:p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Topics Covered: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Procedural vs Object-Oriented Programming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Specifiers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 Program Structure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/ Output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and Operators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OOP and C++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C++ is a powerful programming language.</a:t>
            </a:r>
          </a:p>
          <a:p>
            <a:r>
              <a:t>It is an extension of the C language.</a:t>
            </a:r>
          </a:p>
          <a:p>
            <a:r>
              <a:t>Supports procedural and object-oriented programming.</a:t>
            </a:r>
          </a:p>
          <a:p>
            <a:r>
              <a:t>OOP organizes programs using classes and objects.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Procedural vs 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Procedural Programming:</a:t>
            </a:r>
          </a:p>
          <a:p>
            <a:r>
              <a:t>- Program divided into functions</a:t>
            </a:r>
          </a:p>
          <a:p>
            <a:r>
              <a:t>- Focus on steps</a:t>
            </a:r>
          </a:p>
          <a:p>
            <a:r>
              <a:t>- Example: C</a:t>
            </a:r>
          </a:p>
          <a:p/>
          <a:p>
            <a:r>
              <a:t>Object-Oriented Programming:</a:t>
            </a:r>
          </a:p>
          <a:p>
            <a:r>
              <a:t>- Program divided into objects</a:t>
            </a:r>
          </a:p>
          <a:p>
            <a:r>
              <a:t>- Uses classes and objects</a:t>
            </a:r>
          </a:p>
          <a:p>
            <a:r>
              <a:t>- Example: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Specifiers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Public: Accessible from anywhere</a:t>
            </a:r>
          </a:p>
          <a:p>
            <a:r>
              <a:t>Private: Accessible only inside the class</a:t>
            </a:r>
          </a:p>
          <a:p>
            <a:r>
              <a:t>Protected: Accessible inside class and derived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Basics of C++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Editor – write code</a:t>
            </a:r>
          </a:p>
          <a:p>
            <a:r>
              <a:t>Compiler – converts code to machine language</a:t>
            </a:r>
          </a:p>
          <a:p>
            <a:r>
              <a:t>Linker – combines files</a:t>
            </a:r>
          </a:p>
          <a:p>
            <a:r>
              <a:t>IDE – CodeBlocks, Dev C++</a:t>
            </a:r>
          </a:p>
          <a:p>
            <a:r>
              <a:t>Process: Write → Compile →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a C++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&lt;iostream&gt;</a:t>
            </a:r>
          </a:p>
          <a:p>
            <a:r>
              <a:t>using namespace std;</a:t>
            </a:r>
          </a:p>
          <a:p/>
          <a:p>
            <a:r>
              <a:t>int main()</a:t>
            </a:r>
          </a:p>
          <a:p>
            <a:r>
              <a:t>{</a:t>
            </a:r>
          </a:p>
          <a:p>
            <a:r>
              <a:t>  cout &lt;&lt; "Hello World";</a:t>
            </a:r>
          </a:p>
          <a:p>
            <a:r>
              <a:t>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/ Output using cin and cout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cin → used to take input from user</a:t>
            </a:r>
          </a:p>
          <a:p>
            <a:r>
              <a:t>cout → used to display output</a:t>
            </a:r>
          </a:p>
          <a:p>
            <a:r>
              <a:t>Both belong to the iostream library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Tokens, Variables, Operators &amp; 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Tokens: Smallest unit of a program</a:t>
            </a:r>
          </a:p>
          <a:p>
            <a:r>
              <a:t>Variables: Used to store data</a:t>
            </a:r>
          </a:p>
          <a:p>
            <a:r>
              <a:t>Operators: +  -  *  /</a:t>
            </a:r>
          </a:p>
          <a:p>
            <a:r>
              <a:t>Type Conversion: Changing one data type to another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